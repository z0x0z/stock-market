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78FE"/>
    <a:srgbClr val="F96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3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13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1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6/4/21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468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452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58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25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377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3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72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83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500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453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266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183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815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449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320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0000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  <p:sldLayoutId id="2147484026" r:id="rId12"/>
    <p:sldLayoutId id="2147484027" r:id="rId13"/>
    <p:sldLayoutId id="2147484028" r:id="rId14"/>
    <p:sldLayoutId id="2147484029" r:id="rId15"/>
    <p:sldLayoutId id="2147484030" r:id="rId16"/>
    <p:sldLayoutId id="214748403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0A25-DC42-6B49-9E2C-BE7E5542C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837" y="573646"/>
            <a:ext cx="8991600" cy="9410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278FE"/>
                </a:solidFill>
                <a:latin typeface="Andalus" panose="02010000000000000000" pitchFamily="2" charset="-78"/>
                <a:cs typeface="Andalus" panose="02010000000000000000" pitchFamily="2" charset="-78"/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E8218-2AA1-6642-A545-E93E4E246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626" y="1705913"/>
            <a:ext cx="6801612" cy="3322581"/>
          </a:xfrm>
        </p:spPr>
        <p:txBody>
          <a:bodyPr>
            <a:normAutofit/>
          </a:bodyPr>
          <a:lstStyle/>
          <a:p>
            <a:pPr marL="342900" indent="-342900" algn="l">
              <a:buFont typeface="Wingdings" pitchFamily="2" charset="2"/>
              <a:buChar char="Ø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us" panose="02010000000000000000" pitchFamily="2" charset="-78"/>
                <a:cs typeface="Andalus" panose="02010000000000000000" pitchFamily="2" charset="-78"/>
              </a:rPr>
              <a:t>STOCK MARKET Overview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us" panose="02010000000000000000" pitchFamily="2" charset="-78"/>
                <a:cs typeface="Andalus" panose="02010000000000000000" pitchFamily="2" charset="-78"/>
              </a:rPr>
              <a:t>Investing vs Trading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us" panose="02010000000000000000" pitchFamily="2" charset="-78"/>
                <a:cs typeface="Andalus" panose="02010000000000000000" pitchFamily="2" charset="-78"/>
              </a:rPr>
              <a:t>Can we make </a:t>
            </a:r>
            <a:r>
              <a:rPr lang="en-US" dirty="0">
                <a:latin typeface="Andalus" panose="02010000000000000000" pitchFamily="2" charset="-78"/>
                <a:cs typeface="Andalus" panose="02010000000000000000" pitchFamily="2" charset="-78"/>
              </a:rPr>
              <a:t>Money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us" panose="02010000000000000000" pitchFamily="2" charset="-78"/>
                <a:cs typeface="Andalus" panose="02010000000000000000" pitchFamily="2" charset="-78"/>
              </a:rPr>
              <a:t> in Stock Market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us" panose="02010000000000000000" pitchFamily="2" charset="-78"/>
                <a:cs typeface="Andalus" panose="02010000000000000000" pitchFamily="2" charset="-78"/>
              </a:rPr>
              <a:t>Presenting my Notes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us" panose="02010000000000000000" pitchFamily="2" charset="-78"/>
                <a:cs typeface="Andalus" panose="02010000000000000000" pitchFamily="2" charset="-78"/>
              </a:rPr>
              <a:t>Topics covered and Strategies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us" panose="02010000000000000000" pitchFamily="2" charset="-78"/>
                <a:cs typeface="Andalus" panose="02010000000000000000" pitchFamily="2" charset="-78"/>
              </a:rPr>
              <a:t>My Portfolio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us" panose="02010000000000000000" pitchFamily="2" charset="-78"/>
                <a:cs typeface="Andalus" panose="02010000000000000000" pitchFamily="2" charset="-78"/>
              </a:rPr>
              <a:t>Mindset needed for Stocks world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us" panose="02010000000000000000" pitchFamily="2" charset="-78"/>
                <a:cs typeface="Andalus" panose="02010000000000000000" pitchFamily="2" charset="-78"/>
              </a:rPr>
              <a:t>Q&amp;A session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509BEB-64F8-4E49-B3E9-C11EB38558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42" t="8184" b="19249"/>
          <a:stretch/>
        </p:blipFill>
        <p:spPr>
          <a:xfrm>
            <a:off x="8635924" y="-369650"/>
            <a:ext cx="3821052" cy="36867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37D59C-4639-544F-ACAB-248029E56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116" y="2731815"/>
            <a:ext cx="2935998" cy="19471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CCA6A0-37E2-2E4F-8DB7-1F4067D7A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038" y="4679005"/>
            <a:ext cx="1498060" cy="14980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EB0C755-C217-A645-8709-C9C190EF34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236" y="1700046"/>
            <a:ext cx="2934140" cy="32060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487181A-18A9-C845-BC25-0089412887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7350" y="276379"/>
            <a:ext cx="1625649" cy="106164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1D5324A-7D70-0E41-BD18-FCF6ED7F15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5396" y="428768"/>
            <a:ext cx="1538116" cy="115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8438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{6A5C9560-63BF-094C-A3A7-5DFBCD060E4C}tf10001079_mac</Template>
  <TotalTime>58</TotalTime>
  <Words>32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Andalus</vt:lpstr>
      <vt:lpstr>Arial</vt:lpstr>
      <vt:lpstr>Century Gothic</vt:lpstr>
      <vt:lpstr>Wingdings</vt:lpstr>
      <vt:lpstr>Vapor Trail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Gopikrishna C</dc:creator>
  <cp:lastModifiedBy>Gopikrishna C</cp:lastModifiedBy>
  <cp:revision>6</cp:revision>
  <dcterms:created xsi:type="dcterms:W3CDTF">2021-06-04T18:29:40Z</dcterms:created>
  <dcterms:modified xsi:type="dcterms:W3CDTF">2021-06-04T19:28:03Z</dcterms:modified>
</cp:coreProperties>
</file>